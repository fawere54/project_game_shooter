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A70544-3245-4D80-83B5-FC683B45C21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5F0ADC1-5DF8-4BB2-A139-9BC9210DD3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>
              <a:solidFill>
                <a:schemeClr val="bg1"/>
              </a:solidFill>
            </a:rPr>
            <a:t>Новички в программировании</a:t>
          </a:r>
          <a:endParaRPr lang="en-US">
            <a:solidFill>
              <a:schemeClr val="bg1"/>
            </a:solidFill>
          </a:endParaRPr>
        </a:p>
      </dgm:t>
    </dgm:pt>
    <dgm:pt modelId="{EA12914E-390D-4249-B185-425C709E71C3}" type="parTrans" cxnId="{B54E4AA8-D4BB-419A-B773-9B64391119E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0D96643-ADD3-4318-8907-C1E3E7562561}" type="sibTrans" cxnId="{B54E4AA8-D4BB-419A-B773-9B64391119E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D1B5A52-ABBD-45C4-BA1B-87551A1123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>
              <a:solidFill>
                <a:schemeClr val="bg1"/>
              </a:solidFill>
            </a:rPr>
            <a:t>Те, кто любит космос</a:t>
          </a:r>
          <a:endParaRPr lang="en-US">
            <a:solidFill>
              <a:schemeClr val="bg1"/>
            </a:solidFill>
          </a:endParaRPr>
        </a:p>
      </dgm:t>
    </dgm:pt>
    <dgm:pt modelId="{7D8590E9-B49D-4AA4-9C85-ACE03B9BC4D5}" type="parTrans" cxnId="{F443C911-1713-4CAD-A96B-F8F54C4A97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9B7625-535F-471C-8DCB-F51BF25ABD62}" type="sibTrans" cxnId="{F443C911-1713-4CAD-A96B-F8F54C4A974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B1F8C49-F943-479E-AD28-3EBF2E2869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b="1">
              <a:solidFill>
                <a:schemeClr val="bg1"/>
              </a:solidFill>
            </a:rPr>
            <a:t>Любители аркадных игр</a:t>
          </a:r>
          <a:endParaRPr lang="en-US">
            <a:solidFill>
              <a:schemeClr val="bg1"/>
            </a:solidFill>
          </a:endParaRPr>
        </a:p>
      </dgm:t>
    </dgm:pt>
    <dgm:pt modelId="{1F683607-786C-452A-94BB-5B4890A3E04C}" type="sibTrans" cxnId="{1AA4E777-F286-4572-A4CE-05F8F334E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76D22ED-33AA-4DC1-9956-A0FF2031D537}" type="parTrans" cxnId="{1AA4E777-F286-4572-A4CE-05F8F334E9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7CDAF95-91BD-485A-99E1-D1F387A2FA99}" type="pres">
      <dgm:prSet presAssocID="{CDA70544-3245-4D80-83B5-FC683B45C214}" presName="root" presStyleCnt="0">
        <dgm:presLayoutVars>
          <dgm:dir/>
          <dgm:resizeHandles val="exact"/>
        </dgm:presLayoutVars>
      </dgm:prSet>
      <dgm:spPr/>
    </dgm:pt>
    <dgm:pt modelId="{A5A5C48D-140F-43D4-A194-9A05F271BEEC}" type="pres">
      <dgm:prSet presAssocID="{EB1F8C49-F943-479E-AD28-3EBF2E286903}" presName="compNode" presStyleCnt="0"/>
      <dgm:spPr/>
    </dgm:pt>
    <dgm:pt modelId="{8B767BB7-B422-42A4-B5C8-7C4ADE55CA08}" type="pres">
      <dgm:prSet presAssocID="{EB1F8C49-F943-479E-AD28-3EBF2E286903}" presName="iconBgRect" presStyleLbl="bgShp" presStyleIdx="0" presStyleCnt="3"/>
      <dgm:spPr>
        <a:solidFill>
          <a:schemeClr val="accent2">
            <a:hueOff val="0"/>
            <a:satOff val="0"/>
            <a:lumOff val="0"/>
          </a:schemeClr>
        </a:solidFill>
      </dgm:spPr>
    </dgm:pt>
    <dgm:pt modelId="{69F23050-4D20-48F2-9C50-8580267463DC}" type="pres">
      <dgm:prSet presAssocID="{EB1F8C49-F943-479E-AD28-3EBF2E286903}" presName="iconRect" presStyleLbl="node1" presStyleIdx="0" presStyleCnt="3"/>
      <dgm:spPr>
        <a:noFill/>
        <a:ln>
          <a:noFill/>
        </a:ln>
      </dgm:spPr>
    </dgm:pt>
    <dgm:pt modelId="{F0756F52-4B57-41E8-8919-E8B49BDE76B5}" type="pres">
      <dgm:prSet presAssocID="{EB1F8C49-F943-479E-AD28-3EBF2E286903}" presName="spaceRect" presStyleCnt="0"/>
      <dgm:spPr/>
    </dgm:pt>
    <dgm:pt modelId="{3AC364A6-D92F-4F30-B537-1477BC1A0F8E}" type="pres">
      <dgm:prSet presAssocID="{EB1F8C49-F943-479E-AD28-3EBF2E286903}" presName="textRect" presStyleLbl="revTx" presStyleIdx="0" presStyleCnt="3">
        <dgm:presLayoutVars>
          <dgm:chMax val="1"/>
          <dgm:chPref val="1"/>
        </dgm:presLayoutVars>
      </dgm:prSet>
      <dgm:spPr/>
    </dgm:pt>
    <dgm:pt modelId="{A1D4A2BC-6DC4-473F-8C71-3C8AA2057922}" type="pres">
      <dgm:prSet presAssocID="{1F683607-786C-452A-94BB-5B4890A3E04C}" presName="sibTrans" presStyleCnt="0"/>
      <dgm:spPr/>
    </dgm:pt>
    <dgm:pt modelId="{4AA59216-D32D-458D-9FCC-FA613BF937B3}" type="pres">
      <dgm:prSet presAssocID="{B5F0ADC1-5DF8-4BB2-A139-9BC9210DD348}" presName="compNode" presStyleCnt="0"/>
      <dgm:spPr/>
    </dgm:pt>
    <dgm:pt modelId="{3B18C6D7-F459-422E-A9F8-173376F8074E}" type="pres">
      <dgm:prSet presAssocID="{B5F0ADC1-5DF8-4BB2-A139-9BC9210DD348}" presName="iconBgRect" presStyleLbl="bgShp" presStyleIdx="1" presStyleCnt="3"/>
      <dgm:spPr>
        <a:solidFill>
          <a:schemeClr val="accent1">
            <a:lumMod val="60000"/>
            <a:lumOff val="40000"/>
          </a:schemeClr>
        </a:solidFill>
      </dgm:spPr>
    </dgm:pt>
    <dgm:pt modelId="{A4CF9B3F-341A-445D-A0EA-CDADD27B348A}" type="pres">
      <dgm:prSet presAssocID="{B5F0ADC1-5DF8-4BB2-A139-9BC9210DD348}" presName="iconRect" presStyleLbl="node1" presStyleIdx="1" presStyleCnt="3"/>
      <dgm:spPr>
        <a:noFill/>
        <a:ln>
          <a:noFill/>
        </a:ln>
      </dgm:spPr>
    </dgm:pt>
    <dgm:pt modelId="{8C8E6449-13C1-41B8-8AF1-9141DF07EB0F}" type="pres">
      <dgm:prSet presAssocID="{B5F0ADC1-5DF8-4BB2-A139-9BC9210DD348}" presName="spaceRect" presStyleCnt="0"/>
      <dgm:spPr/>
    </dgm:pt>
    <dgm:pt modelId="{CEC1A3AD-01B4-4B7E-91F0-6C887796980C}" type="pres">
      <dgm:prSet presAssocID="{B5F0ADC1-5DF8-4BB2-A139-9BC9210DD348}" presName="textRect" presStyleLbl="revTx" presStyleIdx="1" presStyleCnt="3">
        <dgm:presLayoutVars>
          <dgm:chMax val="1"/>
          <dgm:chPref val="1"/>
        </dgm:presLayoutVars>
      </dgm:prSet>
      <dgm:spPr/>
    </dgm:pt>
    <dgm:pt modelId="{5C8E51B4-897D-4A01-81ED-E40DAD61D6D6}" type="pres">
      <dgm:prSet presAssocID="{90D96643-ADD3-4318-8907-C1E3E7562561}" presName="sibTrans" presStyleCnt="0"/>
      <dgm:spPr/>
    </dgm:pt>
    <dgm:pt modelId="{632446B4-2290-4498-93DF-ED68BEA0660E}" type="pres">
      <dgm:prSet presAssocID="{3D1B5A52-ABBD-45C4-BA1B-87551A112356}" presName="compNode" presStyleCnt="0"/>
      <dgm:spPr/>
    </dgm:pt>
    <dgm:pt modelId="{106BEC18-D6B4-4B57-BF02-EC7501BF1D1D}" type="pres">
      <dgm:prSet presAssocID="{3D1B5A52-ABBD-45C4-BA1B-87551A112356}" presName="iconBgRect" presStyleLbl="bgShp" presStyleIdx="2" presStyleCnt="3"/>
      <dgm:spPr>
        <a:solidFill>
          <a:schemeClr val="accent5">
            <a:lumMod val="60000"/>
            <a:lumOff val="40000"/>
          </a:schemeClr>
        </a:solidFill>
      </dgm:spPr>
    </dgm:pt>
    <dgm:pt modelId="{37D7A3F7-A7B0-4341-9CEF-C85882EF50E8}" type="pres">
      <dgm:prSet presAssocID="{3D1B5A52-ABBD-45C4-BA1B-87551A112356}" presName="iconRect" presStyleLbl="node1" presStyleIdx="2" presStyleCnt="3"/>
      <dgm:spPr>
        <a:noFill/>
        <a:ln>
          <a:noFill/>
        </a:ln>
      </dgm:spPr>
    </dgm:pt>
    <dgm:pt modelId="{7824C15D-B576-418F-BDE1-10107C7EF0FF}" type="pres">
      <dgm:prSet presAssocID="{3D1B5A52-ABBD-45C4-BA1B-87551A112356}" presName="spaceRect" presStyleCnt="0"/>
      <dgm:spPr/>
    </dgm:pt>
    <dgm:pt modelId="{DF45C2DE-D696-43F9-9B6A-388657074432}" type="pres">
      <dgm:prSet presAssocID="{3D1B5A52-ABBD-45C4-BA1B-87551A11235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43C911-1713-4CAD-A96B-F8F54C4A974A}" srcId="{CDA70544-3245-4D80-83B5-FC683B45C214}" destId="{3D1B5A52-ABBD-45C4-BA1B-87551A112356}" srcOrd="2" destOrd="0" parTransId="{7D8590E9-B49D-4AA4-9C85-ACE03B9BC4D5}" sibTransId="{C39B7625-535F-471C-8DCB-F51BF25ABD62}"/>
    <dgm:cxn modelId="{BB212119-0549-4B51-A332-7F7147782E03}" type="presOf" srcId="{B5F0ADC1-5DF8-4BB2-A139-9BC9210DD348}" destId="{CEC1A3AD-01B4-4B7E-91F0-6C887796980C}" srcOrd="0" destOrd="0" presId="urn:microsoft.com/office/officeart/2018/5/layout/IconCircleLabelList"/>
    <dgm:cxn modelId="{87E30740-AF04-45D3-B33E-F59F47100595}" type="presOf" srcId="{3D1B5A52-ABBD-45C4-BA1B-87551A112356}" destId="{DF45C2DE-D696-43F9-9B6A-388657074432}" srcOrd="0" destOrd="0" presId="urn:microsoft.com/office/officeart/2018/5/layout/IconCircleLabelList"/>
    <dgm:cxn modelId="{1AA4E777-F286-4572-A4CE-05F8F334E939}" srcId="{CDA70544-3245-4D80-83B5-FC683B45C214}" destId="{EB1F8C49-F943-479E-AD28-3EBF2E286903}" srcOrd="0" destOrd="0" parTransId="{F76D22ED-33AA-4DC1-9956-A0FF2031D537}" sibTransId="{1F683607-786C-452A-94BB-5B4890A3E04C}"/>
    <dgm:cxn modelId="{B54E4AA8-D4BB-419A-B773-9B64391119EA}" srcId="{CDA70544-3245-4D80-83B5-FC683B45C214}" destId="{B5F0ADC1-5DF8-4BB2-A139-9BC9210DD348}" srcOrd="1" destOrd="0" parTransId="{EA12914E-390D-4249-B185-425C709E71C3}" sibTransId="{90D96643-ADD3-4318-8907-C1E3E7562561}"/>
    <dgm:cxn modelId="{91F353BE-34C4-4236-A87D-DBCEAB5F250A}" type="presOf" srcId="{CDA70544-3245-4D80-83B5-FC683B45C214}" destId="{B7CDAF95-91BD-485A-99E1-D1F387A2FA99}" srcOrd="0" destOrd="0" presId="urn:microsoft.com/office/officeart/2018/5/layout/IconCircleLabelList"/>
    <dgm:cxn modelId="{63B6C5D4-7F7A-4A18-A1B4-3A2C1E992E64}" type="presOf" srcId="{EB1F8C49-F943-479E-AD28-3EBF2E286903}" destId="{3AC364A6-D92F-4F30-B537-1477BC1A0F8E}" srcOrd="0" destOrd="0" presId="urn:microsoft.com/office/officeart/2018/5/layout/IconCircleLabelList"/>
    <dgm:cxn modelId="{CFCD8840-9763-4E0E-8FA1-0336B32C9868}" type="presParOf" srcId="{B7CDAF95-91BD-485A-99E1-D1F387A2FA99}" destId="{A5A5C48D-140F-43D4-A194-9A05F271BEEC}" srcOrd="0" destOrd="0" presId="urn:microsoft.com/office/officeart/2018/5/layout/IconCircleLabelList"/>
    <dgm:cxn modelId="{40E09032-22A7-4A46-8DBB-359BAD19CA4F}" type="presParOf" srcId="{A5A5C48D-140F-43D4-A194-9A05F271BEEC}" destId="{8B767BB7-B422-42A4-B5C8-7C4ADE55CA08}" srcOrd="0" destOrd="0" presId="urn:microsoft.com/office/officeart/2018/5/layout/IconCircleLabelList"/>
    <dgm:cxn modelId="{D69BDBFA-EA56-4B94-8DBA-63288449B060}" type="presParOf" srcId="{A5A5C48D-140F-43D4-A194-9A05F271BEEC}" destId="{69F23050-4D20-48F2-9C50-8580267463DC}" srcOrd="1" destOrd="0" presId="urn:microsoft.com/office/officeart/2018/5/layout/IconCircleLabelList"/>
    <dgm:cxn modelId="{117FA303-9E2C-4E24-BCEA-F4AF4D77DA42}" type="presParOf" srcId="{A5A5C48D-140F-43D4-A194-9A05F271BEEC}" destId="{F0756F52-4B57-41E8-8919-E8B49BDE76B5}" srcOrd="2" destOrd="0" presId="urn:microsoft.com/office/officeart/2018/5/layout/IconCircleLabelList"/>
    <dgm:cxn modelId="{670AB23E-6497-46CF-98A1-81A25C9AD052}" type="presParOf" srcId="{A5A5C48D-140F-43D4-A194-9A05F271BEEC}" destId="{3AC364A6-D92F-4F30-B537-1477BC1A0F8E}" srcOrd="3" destOrd="0" presId="urn:microsoft.com/office/officeart/2018/5/layout/IconCircleLabelList"/>
    <dgm:cxn modelId="{C2BF4C21-2C4A-4050-8079-24F99BD0D503}" type="presParOf" srcId="{B7CDAF95-91BD-485A-99E1-D1F387A2FA99}" destId="{A1D4A2BC-6DC4-473F-8C71-3C8AA2057922}" srcOrd="1" destOrd="0" presId="urn:microsoft.com/office/officeart/2018/5/layout/IconCircleLabelList"/>
    <dgm:cxn modelId="{36509413-D229-46F2-8764-B054F2FB304C}" type="presParOf" srcId="{B7CDAF95-91BD-485A-99E1-D1F387A2FA99}" destId="{4AA59216-D32D-458D-9FCC-FA613BF937B3}" srcOrd="2" destOrd="0" presId="urn:microsoft.com/office/officeart/2018/5/layout/IconCircleLabelList"/>
    <dgm:cxn modelId="{B2C04DA5-E5B4-4898-A497-5439E7AA8EF5}" type="presParOf" srcId="{4AA59216-D32D-458D-9FCC-FA613BF937B3}" destId="{3B18C6D7-F459-422E-A9F8-173376F8074E}" srcOrd="0" destOrd="0" presId="urn:microsoft.com/office/officeart/2018/5/layout/IconCircleLabelList"/>
    <dgm:cxn modelId="{516D022A-5006-4484-9BD4-7BD1DD74CB62}" type="presParOf" srcId="{4AA59216-D32D-458D-9FCC-FA613BF937B3}" destId="{A4CF9B3F-341A-445D-A0EA-CDADD27B348A}" srcOrd="1" destOrd="0" presId="urn:microsoft.com/office/officeart/2018/5/layout/IconCircleLabelList"/>
    <dgm:cxn modelId="{ECF28D3A-E6EB-4919-8254-5E721806D167}" type="presParOf" srcId="{4AA59216-D32D-458D-9FCC-FA613BF937B3}" destId="{8C8E6449-13C1-41B8-8AF1-9141DF07EB0F}" srcOrd="2" destOrd="0" presId="urn:microsoft.com/office/officeart/2018/5/layout/IconCircleLabelList"/>
    <dgm:cxn modelId="{BCCB1669-31A3-48FD-89F1-DAA1D8D909B0}" type="presParOf" srcId="{4AA59216-D32D-458D-9FCC-FA613BF937B3}" destId="{CEC1A3AD-01B4-4B7E-91F0-6C887796980C}" srcOrd="3" destOrd="0" presId="urn:microsoft.com/office/officeart/2018/5/layout/IconCircleLabelList"/>
    <dgm:cxn modelId="{7E087DF4-CDF2-4F09-BAD8-8B64F6F0F4B0}" type="presParOf" srcId="{B7CDAF95-91BD-485A-99E1-D1F387A2FA99}" destId="{5C8E51B4-897D-4A01-81ED-E40DAD61D6D6}" srcOrd="3" destOrd="0" presId="urn:microsoft.com/office/officeart/2018/5/layout/IconCircleLabelList"/>
    <dgm:cxn modelId="{A2A4423C-1C27-418A-A342-E387A29AD940}" type="presParOf" srcId="{B7CDAF95-91BD-485A-99E1-D1F387A2FA99}" destId="{632446B4-2290-4498-93DF-ED68BEA0660E}" srcOrd="4" destOrd="0" presId="urn:microsoft.com/office/officeart/2018/5/layout/IconCircleLabelList"/>
    <dgm:cxn modelId="{4D601A5D-87A4-4370-9A18-041521D89F5D}" type="presParOf" srcId="{632446B4-2290-4498-93DF-ED68BEA0660E}" destId="{106BEC18-D6B4-4B57-BF02-EC7501BF1D1D}" srcOrd="0" destOrd="0" presId="urn:microsoft.com/office/officeart/2018/5/layout/IconCircleLabelList"/>
    <dgm:cxn modelId="{4D77450C-E969-4315-A753-B9492E8140B1}" type="presParOf" srcId="{632446B4-2290-4498-93DF-ED68BEA0660E}" destId="{37D7A3F7-A7B0-4341-9CEF-C85882EF50E8}" srcOrd="1" destOrd="0" presId="urn:microsoft.com/office/officeart/2018/5/layout/IconCircleLabelList"/>
    <dgm:cxn modelId="{96BF53EC-F417-4190-AD7D-37A1E4BB633D}" type="presParOf" srcId="{632446B4-2290-4498-93DF-ED68BEA0660E}" destId="{7824C15D-B576-418F-BDE1-10107C7EF0FF}" srcOrd="2" destOrd="0" presId="urn:microsoft.com/office/officeart/2018/5/layout/IconCircleLabelList"/>
    <dgm:cxn modelId="{CCD2C3D3-D362-4349-9027-12027BEB337D}" type="presParOf" srcId="{632446B4-2290-4498-93DF-ED68BEA0660E}" destId="{DF45C2DE-D696-43F9-9B6A-38865707443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3011CD-D7A5-4B7F-BA3B-189FA52824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7051133-63C4-49C8-8835-CD7D9CF66C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Python</a:t>
          </a:r>
        </a:p>
      </dgm:t>
    </dgm:pt>
    <dgm:pt modelId="{6CADBABE-B862-4C28-B0F0-C48DD2A4571A}" type="parTrans" cxnId="{829A838A-504D-4438-BDEF-6A67F7E2C6FC}">
      <dgm:prSet/>
      <dgm:spPr/>
      <dgm:t>
        <a:bodyPr/>
        <a:lstStyle/>
        <a:p>
          <a:endParaRPr lang="en-US"/>
        </a:p>
      </dgm:t>
    </dgm:pt>
    <dgm:pt modelId="{7366B201-6C3A-468B-B7CC-1CA33EB1191D}" type="sibTrans" cxnId="{829A838A-504D-4438-BDEF-6A67F7E2C6FC}">
      <dgm:prSet/>
      <dgm:spPr/>
      <dgm:t>
        <a:bodyPr/>
        <a:lstStyle/>
        <a:p>
          <a:endParaRPr lang="en-US"/>
        </a:p>
      </dgm:t>
    </dgm:pt>
    <dgm:pt modelId="{1ACA7F69-0936-430D-90CA-FE8EB950BE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Arcade</a:t>
          </a:r>
        </a:p>
      </dgm:t>
    </dgm:pt>
    <dgm:pt modelId="{6FAD4E9F-257B-4783-8CF6-CA53AD4B26E6}" type="parTrans" cxnId="{B7E0EDFD-ADA5-4738-8C5A-8321331CBFE8}">
      <dgm:prSet/>
      <dgm:spPr/>
      <dgm:t>
        <a:bodyPr/>
        <a:lstStyle/>
        <a:p>
          <a:endParaRPr lang="en-US"/>
        </a:p>
      </dgm:t>
    </dgm:pt>
    <dgm:pt modelId="{EE8DA6BF-64D6-44FF-B937-7DC7AC676D82}" type="sibTrans" cxnId="{B7E0EDFD-ADA5-4738-8C5A-8321331CBFE8}">
      <dgm:prSet/>
      <dgm:spPr/>
      <dgm:t>
        <a:bodyPr/>
        <a:lstStyle/>
        <a:p>
          <a:endParaRPr lang="en-US"/>
        </a:p>
      </dgm:t>
    </dgm:pt>
    <dgm:pt modelId="{2EFAB5CC-459E-428A-9FA7-498B962D3CE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GitHub</a:t>
          </a:r>
        </a:p>
      </dgm:t>
    </dgm:pt>
    <dgm:pt modelId="{7323D9FF-DF29-4AEE-B919-D093D9FFE8C7}" type="parTrans" cxnId="{C6562FAE-0BE1-4927-A66B-99890DEB55DE}">
      <dgm:prSet/>
      <dgm:spPr/>
      <dgm:t>
        <a:bodyPr/>
        <a:lstStyle/>
        <a:p>
          <a:endParaRPr lang="en-US"/>
        </a:p>
      </dgm:t>
    </dgm:pt>
    <dgm:pt modelId="{256EA32B-F921-473E-B3C2-45EC442E1AA5}" type="sibTrans" cxnId="{C6562FAE-0BE1-4927-A66B-99890DEB55DE}">
      <dgm:prSet/>
      <dgm:spPr/>
      <dgm:t>
        <a:bodyPr/>
        <a:lstStyle/>
        <a:p>
          <a:endParaRPr lang="en-US"/>
        </a:p>
      </dgm:t>
    </dgm:pt>
    <dgm:pt modelId="{7BF58689-2C11-488B-A65D-09994EB66756}" type="pres">
      <dgm:prSet presAssocID="{883011CD-D7A5-4B7F-BA3B-189FA5282410}" presName="root" presStyleCnt="0">
        <dgm:presLayoutVars>
          <dgm:dir/>
          <dgm:resizeHandles val="exact"/>
        </dgm:presLayoutVars>
      </dgm:prSet>
      <dgm:spPr/>
    </dgm:pt>
    <dgm:pt modelId="{E3D33D60-6B43-4A0F-961D-E68D0AB36E69}" type="pres">
      <dgm:prSet presAssocID="{67051133-63C4-49C8-8835-CD7D9CF66C93}" presName="compNode" presStyleCnt="0"/>
      <dgm:spPr/>
    </dgm:pt>
    <dgm:pt modelId="{B8E8E37A-1503-4DD3-A2E6-8E0E2E1AE64A}" type="pres">
      <dgm:prSet presAssocID="{67051133-63C4-49C8-8835-CD7D9CF66C93}" presName="iconBgRect" presStyleLbl="bgShp" presStyleIdx="0" presStyleCnt="3"/>
      <dgm:spPr/>
    </dgm:pt>
    <dgm:pt modelId="{B3AB873D-1108-4095-9D37-9A656F9C879A}" type="pres">
      <dgm:prSet presAssocID="{67051133-63C4-49C8-8835-CD7D9CF66C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рограммист"/>
        </a:ext>
      </dgm:extLst>
    </dgm:pt>
    <dgm:pt modelId="{0E878111-ECF7-4397-92C0-E6DF30385D0C}" type="pres">
      <dgm:prSet presAssocID="{67051133-63C4-49C8-8835-CD7D9CF66C93}" presName="spaceRect" presStyleCnt="0"/>
      <dgm:spPr/>
    </dgm:pt>
    <dgm:pt modelId="{CEF4C0DF-7E8C-475E-9F74-8A39819F83D8}" type="pres">
      <dgm:prSet presAssocID="{67051133-63C4-49C8-8835-CD7D9CF66C93}" presName="textRect" presStyleLbl="revTx" presStyleIdx="0" presStyleCnt="3">
        <dgm:presLayoutVars>
          <dgm:chMax val="1"/>
          <dgm:chPref val="1"/>
        </dgm:presLayoutVars>
      </dgm:prSet>
      <dgm:spPr/>
    </dgm:pt>
    <dgm:pt modelId="{A7024A6C-08C8-4246-8929-A3E0EA58CB6F}" type="pres">
      <dgm:prSet presAssocID="{7366B201-6C3A-468B-B7CC-1CA33EB1191D}" presName="sibTrans" presStyleCnt="0"/>
      <dgm:spPr/>
    </dgm:pt>
    <dgm:pt modelId="{52699E09-BF7C-4769-974B-5E8C20BFF64A}" type="pres">
      <dgm:prSet presAssocID="{1ACA7F69-0936-430D-90CA-FE8EB950BE64}" presName="compNode" presStyleCnt="0"/>
      <dgm:spPr/>
    </dgm:pt>
    <dgm:pt modelId="{2DD51AF0-ACC0-4019-B685-2C3AA2E16114}" type="pres">
      <dgm:prSet presAssocID="{1ACA7F69-0936-430D-90CA-FE8EB950BE64}" presName="iconBgRect" presStyleLbl="bgShp" presStyleIdx="1" presStyleCnt="3"/>
      <dgm:spPr/>
    </dgm:pt>
    <dgm:pt modelId="{3ED06F64-6C6B-4845-98F7-3CA43C2D848A}" type="pres">
      <dgm:prSet presAssocID="{1ACA7F69-0936-430D-90CA-FE8EB950BE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B202DEE-0D23-4326-8A8F-B863952A7A02}" type="pres">
      <dgm:prSet presAssocID="{1ACA7F69-0936-430D-90CA-FE8EB950BE64}" presName="spaceRect" presStyleCnt="0"/>
      <dgm:spPr/>
    </dgm:pt>
    <dgm:pt modelId="{0756A32B-7855-4E24-A778-286E4B36EADF}" type="pres">
      <dgm:prSet presAssocID="{1ACA7F69-0936-430D-90CA-FE8EB950BE64}" presName="textRect" presStyleLbl="revTx" presStyleIdx="1" presStyleCnt="3">
        <dgm:presLayoutVars>
          <dgm:chMax val="1"/>
          <dgm:chPref val="1"/>
        </dgm:presLayoutVars>
      </dgm:prSet>
      <dgm:spPr/>
    </dgm:pt>
    <dgm:pt modelId="{21463B57-B7AA-44AF-A2F1-66558D2A12A3}" type="pres">
      <dgm:prSet presAssocID="{EE8DA6BF-64D6-44FF-B937-7DC7AC676D82}" presName="sibTrans" presStyleCnt="0"/>
      <dgm:spPr/>
    </dgm:pt>
    <dgm:pt modelId="{C7DD8CF6-310A-4C0D-85C3-F41A6F4D681F}" type="pres">
      <dgm:prSet presAssocID="{2EFAB5CC-459E-428A-9FA7-498B962D3CEA}" presName="compNode" presStyleCnt="0"/>
      <dgm:spPr/>
    </dgm:pt>
    <dgm:pt modelId="{F4ADA409-8237-4604-9718-0A36D5BCA933}" type="pres">
      <dgm:prSet presAssocID="{2EFAB5CC-459E-428A-9FA7-498B962D3CEA}" presName="iconBgRect" presStyleLbl="bgShp" presStyleIdx="2" presStyleCnt="3"/>
      <dgm:spPr/>
    </dgm:pt>
    <dgm:pt modelId="{63343D98-5CE7-4FB1-995D-0CDC760CCF08}" type="pres">
      <dgm:prSet presAssocID="{2EFAB5CC-459E-428A-9FA7-498B962D3C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Управление"/>
        </a:ext>
      </dgm:extLst>
    </dgm:pt>
    <dgm:pt modelId="{B58EE76B-3E70-4B2F-9BD7-0B2A0C46C52B}" type="pres">
      <dgm:prSet presAssocID="{2EFAB5CC-459E-428A-9FA7-498B962D3CEA}" presName="spaceRect" presStyleCnt="0"/>
      <dgm:spPr/>
    </dgm:pt>
    <dgm:pt modelId="{F4898F36-3485-4AFA-AC39-1849CCF8A1E6}" type="pres">
      <dgm:prSet presAssocID="{2EFAB5CC-459E-428A-9FA7-498B962D3CE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56F415-27C2-421E-BD33-F6BAE5EA9F36}" type="presOf" srcId="{1ACA7F69-0936-430D-90CA-FE8EB950BE64}" destId="{0756A32B-7855-4E24-A778-286E4B36EADF}" srcOrd="0" destOrd="0" presId="urn:microsoft.com/office/officeart/2018/5/layout/IconCircleLabelList"/>
    <dgm:cxn modelId="{460E9024-A689-4165-9EB1-05BA1AC11C14}" type="presOf" srcId="{67051133-63C4-49C8-8835-CD7D9CF66C93}" destId="{CEF4C0DF-7E8C-475E-9F74-8A39819F83D8}" srcOrd="0" destOrd="0" presId="urn:microsoft.com/office/officeart/2018/5/layout/IconCircleLabelList"/>
    <dgm:cxn modelId="{4F8DF63B-CDEA-467F-A5DC-30A81A3395E5}" type="presOf" srcId="{2EFAB5CC-459E-428A-9FA7-498B962D3CEA}" destId="{F4898F36-3485-4AFA-AC39-1849CCF8A1E6}" srcOrd="0" destOrd="0" presId="urn:microsoft.com/office/officeart/2018/5/layout/IconCircleLabelList"/>
    <dgm:cxn modelId="{829A838A-504D-4438-BDEF-6A67F7E2C6FC}" srcId="{883011CD-D7A5-4B7F-BA3B-189FA5282410}" destId="{67051133-63C4-49C8-8835-CD7D9CF66C93}" srcOrd="0" destOrd="0" parTransId="{6CADBABE-B862-4C28-B0F0-C48DD2A4571A}" sibTransId="{7366B201-6C3A-468B-B7CC-1CA33EB1191D}"/>
    <dgm:cxn modelId="{C6562FAE-0BE1-4927-A66B-99890DEB55DE}" srcId="{883011CD-D7A5-4B7F-BA3B-189FA5282410}" destId="{2EFAB5CC-459E-428A-9FA7-498B962D3CEA}" srcOrd="2" destOrd="0" parTransId="{7323D9FF-DF29-4AEE-B919-D093D9FFE8C7}" sibTransId="{256EA32B-F921-473E-B3C2-45EC442E1AA5}"/>
    <dgm:cxn modelId="{68AB05D0-B063-44B7-8DA3-C98A080C2739}" type="presOf" srcId="{883011CD-D7A5-4B7F-BA3B-189FA5282410}" destId="{7BF58689-2C11-488B-A65D-09994EB66756}" srcOrd="0" destOrd="0" presId="urn:microsoft.com/office/officeart/2018/5/layout/IconCircleLabelList"/>
    <dgm:cxn modelId="{B7E0EDFD-ADA5-4738-8C5A-8321331CBFE8}" srcId="{883011CD-D7A5-4B7F-BA3B-189FA5282410}" destId="{1ACA7F69-0936-430D-90CA-FE8EB950BE64}" srcOrd="1" destOrd="0" parTransId="{6FAD4E9F-257B-4783-8CF6-CA53AD4B26E6}" sibTransId="{EE8DA6BF-64D6-44FF-B937-7DC7AC676D82}"/>
    <dgm:cxn modelId="{E95A0095-41F0-475E-B079-DA4F74BC4D59}" type="presParOf" srcId="{7BF58689-2C11-488B-A65D-09994EB66756}" destId="{E3D33D60-6B43-4A0F-961D-E68D0AB36E69}" srcOrd="0" destOrd="0" presId="urn:microsoft.com/office/officeart/2018/5/layout/IconCircleLabelList"/>
    <dgm:cxn modelId="{4C203EDE-83AD-4B74-ACCA-8E451B6CF112}" type="presParOf" srcId="{E3D33D60-6B43-4A0F-961D-E68D0AB36E69}" destId="{B8E8E37A-1503-4DD3-A2E6-8E0E2E1AE64A}" srcOrd="0" destOrd="0" presId="urn:microsoft.com/office/officeart/2018/5/layout/IconCircleLabelList"/>
    <dgm:cxn modelId="{B20F3C7B-BB66-42A3-8357-7F3A35C71FD0}" type="presParOf" srcId="{E3D33D60-6B43-4A0F-961D-E68D0AB36E69}" destId="{B3AB873D-1108-4095-9D37-9A656F9C879A}" srcOrd="1" destOrd="0" presId="urn:microsoft.com/office/officeart/2018/5/layout/IconCircleLabelList"/>
    <dgm:cxn modelId="{C333E55E-7A27-4436-AEA1-8066AAD35BE8}" type="presParOf" srcId="{E3D33D60-6B43-4A0F-961D-E68D0AB36E69}" destId="{0E878111-ECF7-4397-92C0-E6DF30385D0C}" srcOrd="2" destOrd="0" presId="urn:microsoft.com/office/officeart/2018/5/layout/IconCircleLabelList"/>
    <dgm:cxn modelId="{D4A4708B-977A-4E8F-9BDC-13AF3891D8C0}" type="presParOf" srcId="{E3D33D60-6B43-4A0F-961D-E68D0AB36E69}" destId="{CEF4C0DF-7E8C-475E-9F74-8A39819F83D8}" srcOrd="3" destOrd="0" presId="urn:microsoft.com/office/officeart/2018/5/layout/IconCircleLabelList"/>
    <dgm:cxn modelId="{9462D94A-C664-4E9A-B5F5-9892B61EE35A}" type="presParOf" srcId="{7BF58689-2C11-488B-A65D-09994EB66756}" destId="{A7024A6C-08C8-4246-8929-A3E0EA58CB6F}" srcOrd="1" destOrd="0" presId="urn:microsoft.com/office/officeart/2018/5/layout/IconCircleLabelList"/>
    <dgm:cxn modelId="{1E1D7A57-6516-4123-B667-61776EF3F76F}" type="presParOf" srcId="{7BF58689-2C11-488B-A65D-09994EB66756}" destId="{52699E09-BF7C-4769-974B-5E8C20BFF64A}" srcOrd="2" destOrd="0" presId="urn:microsoft.com/office/officeart/2018/5/layout/IconCircleLabelList"/>
    <dgm:cxn modelId="{A668805A-74ED-4FF2-B881-CF5BB5B49F53}" type="presParOf" srcId="{52699E09-BF7C-4769-974B-5E8C20BFF64A}" destId="{2DD51AF0-ACC0-4019-B685-2C3AA2E16114}" srcOrd="0" destOrd="0" presId="urn:microsoft.com/office/officeart/2018/5/layout/IconCircleLabelList"/>
    <dgm:cxn modelId="{A5D02CDD-E80A-4299-A28D-2FFF66F5D499}" type="presParOf" srcId="{52699E09-BF7C-4769-974B-5E8C20BFF64A}" destId="{3ED06F64-6C6B-4845-98F7-3CA43C2D848A}" srcOrd="1" destOrd="0" presId="urn:microsoft.com/office/officeart/2018/5/layout/IconCircleLabelList"/>
    <dgm:cxn modelId="{A3CA4D65-6FB3-459D-AC4B-D20FF64CF044}" type="presParOf" srcId="{52699E09-BF7C-4769-974B-5E8C20BFF64A}" destId="{3B202DEE-0D23-4326-8A8F-B863952A7A02}" srcOrd="2" destOrd="0" presId="urn:microsoft.com/office/officeart/2018/5/layout/IconCircleLabelList"/>
    <dgm:cxn modelId="{EFCF3F16-F549-4D79-9FBF-4DCC9B12C5C5}" type="presParOf" srcId="{52699E09-BF7C-4769-974B-5E8C20BFF64A}" destId="{0756A32B-7855-4E24-A778-286E4B36EADF}" srcOrd="3" destOrd="0" presId="urn:microsoft.com/office/officeart/2018/5/layout/IconCircleLabelList"/>
    <dgm:cxn modelId="{68BCF685-419C-4F52-A9E5-D5327B12290F}" type="presParOf" srcId="{7BF58689-2C11-488B-A65D-09994EB66756}" destId="{21463B57-B7AA-44AF-A2F1-66558D2A12A3}" srcOrd="3" destOrd="0" presId="urn:microsoft.com/office/officeart/2018/5/layout/IconCircleLabelList"/>
    <dgm:cxn modelId="{BCE3D1D0-3963-42CE-8574-8D1DA78785EB}" type="presParOf" srcId="{7BF58689-2C11-488B-A65D-09994EB66756}" destId="{C7DD8CF6-310A-4C0D-85C3-F41A6F4D681F}" srcOrd="4" destOrd="0" presId="urn:microsoft.com/office/officeart/2018/5/layout/IconCircleLabelList"/>
    <dgm:cxn modelId="{50FD01E7-B35A-458B-91F1-1856CD250C02}" type="presParOf" srcId="{C7DD8CF6-310A-4C0D-85C3-F41A6F4D681F}" destId="{F4ADA409-8237-4604-9718-0A36D5BCA933}" srcOrd="0" destOrd="0" presId="urn:microsoft.com/office/officeart/2018/5/layout/IconCircleLabelList"/>
    <dgm:cxn modelId="{25C32810-E2A0-478C-82D1-25A1D517F708}" type="presParOf" srcId="{C7DD8CF6-310A-4C0D-85C3-F41A6F4D681F}" destId="{63343D98-5CE7-4FB1-995D-0CDC760CCF08}" srcOrd="1" destOrd="0" presId="urn:microsoft.com/office/officeart/2018/5/layout/IconCircleLabelList"/>
    <dgm:cxn modelId="{A6D88E81-5CAC-4A6B-A73E-C4A174D6701A}" type="presParOf" srcId="{C7DD8CF6-310A-4C0D-85C3-F41A6F4D681F}" destId="{B58EE76B-3E70-4B2F-9BD7-0B2A0C46C52B}" srcOrd="2" destOrd="0" presId="urn:microsoft.com/office/officeart/2018/5/layout/IconCircleLabelList"/>
    <dgm:cxn modelId="{BF9FD1B1-F287-4AFD-BE75-438399AA8738}" type="presParOf" srcId="{C7DD8CF6-310A-4C0D-85C3-F41A6F4D681F}" destId="{F4898F36-3485-4AFA-AC39-1849CCF8A1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67BB7-B422-42A4-B5C8-7C4ADE55CA08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23050-4D20-48F2-9C50-8580267463DC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364A6-D92F-4F30-B537-1477BC1A0F8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300" b="1" kern="1200">
              <a:solidFill>
                <a:schemeClr val="bg1"/>
              </a:solidFill>
            </a:rPr>
            <a:t>Любители аркадных игр</a:t>
          </a:r>
          <a:endParaRPr lang="en-US" sz="2300" kern="1200">
            <a:solidFill>
              <a:schemeClr val="bg1"/>
            </a:solidFill>
          </a:endParaRPr>
        </a:p>
      </dsp:txBody>
      <dsp:txXfrm>
        <a:off x="93445" y="3018902"/>
        <a:ext cx="3206250" cy="720000"/>
      </dsp:txXfrm>
    </dsp:sp>
    <dsp:sp modelId="{3B18C6D7-F459-422E-A9F8-173376F8074E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F9B3F-341A-445D-A0EA-CDADD27B348A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1A3AD-01B4-4B7E-91F0-6C887796980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300" b="1" kern="1200">
              <a:solidFill>
                <a:schemeClr val="bg1"/>
              </a:solidFill>
            </a:rPr>
            <a:t>Новички в программировании</a:t>
          </a:r>
          <a:endParaRPr lang="en-US" sz="2300" kern="1200">
            <a:solidFill>
              <a:schemeClr val="bg1"/>
            </a:solidFill>
          </a:endParaRPr>
        </a:p>
      </dsp:txBody>
      <dsp:txXfrm>
        <a:off x="3860789" y="3018902"/>
        <a:ext cx="3206250" cy="720000"/>
      </dsp:txXfrm>
    </dsp:sp>
    <dsp:sp modelId="{106BEC18-D6B4-4B57-BF02-EC7501BF1D1D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7A3F7-A7B0-4341-9CEF-C85882EF50E8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5C2DE-D696-43F9-9B6A-388657074432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ru-RU" sz="2300" b="1" kern="1200">
              <a:solidFill>
                <a:schemeClr val="bg1"/>
              </a:solidFill>
            </a:rPr>
            <a:t>Те, кто любит космос</a:t>
          </a:r>
          <a:endParaRPr lang="en-US" sz="2300" kern="1200">
            <a:solidFill>
              <a:schemeClr val="bg1"/>
            </a:solidFill>
          </a:endParaRP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8E37A-1503-4DD3-A2E6-8E0E2E1AE64A}">
      <dsp:nvSpPr>
        <dsp:cNvPr id="0" name=""/>
        <dsp:cNvSpPr/>
      </dsp:nvSpPr>
      <dsp:spPr>
        <a:xfrm>
          <a:off x="679050" y="49094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B873D-1108-4095-9D37-9A656F9C879A}">
      <dsp:nvSpPr>
        <dsp:cNvPr id="0" name=""/>
        <dsp:cNvSpPr/>
      </dsp:nvSpPr>
      <dsp:spPr>
        <a:xfrm>
          <a:off x="1081237" y="89313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4C0DF-7E8C-475E-9F74-8A39819F83D8}">
      <dsp:nvSpPr>
        <dsp:cNvPr id="0" name=""/>
        <dsp:cNvSpPr/>
      </dsp:nvSpPr>
      <dsp:spPr>
        <a:xfrm>
          <a:off x="75768" y="296594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>
              <a:solidFill>
                <a:schemeClr val="bg1"/>
              </a:solidFill>
            </a:rPr>
            <a:t>Python</a:t>
          </a:r>
        </a:p>
      </dsp:txBody>
      <dsp:txXfrm>
        <a:off x="75768" y="2965948"/>
        <a:ext cx="3093750" cy="720000"/>
      </dsp:txXfrm>
    </dsp:sp>
    <dsp:sp modelId="{2DD51AF0-ACC0-4019-B685-2C3AA2E16114}">
      <dsp:nvSpPr>
        <dsp:cNvPr id="0" name=""/>
        <dsp:cNvSpPr/>
      </dsp:nvSpPr>
      <dsp:spPr>
        <a:xfrm>
          <a:off x="4314206" y="49094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06F64-6C6B-4845-98F7-3CA43C2D848A}">
      <dsp:nvSpPr>
        <dsp:cNvPr id="0" name=""/>
        <dsp:cNvSpPr/>
      </dsp:nvSpPr>
      <dsp:spPr>
        <a:xfrm>
          <a:off x="4716393" y="89313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6A32B-7855-4E24-A778-286E4B36EADF}">
      <dsp:nvSpPr>
        <dsp:cNvPr id="0" name=""/>
        <dsp:cNvSpPr/>
      </dsp:nvSpPr>
      <dsp:spPr>
        <a:xfrm>
          <a:off x="3710925" y="296594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>
              <a:solidFill>
                <a:schemeClr val="bg1"/>
              </a:solidFill>
            </a:rPr>
            <a:t>Arcade</a:t>
          </a:r>
        </a:p>
      </dsp:txBody>
      <dsp:txXfrm>
        <a:off x="3710925" y="2965948"/>
        <a:ext cx="3093750" cy="720000"/>
      </dsp:txXfrm>
    </dsp:sp>
    <dsp:sp modelId="{F4ADA409-8237-4604-9718-0A36D5BCA933}">
      <dsp:nvSpPr>
        <dsp:cNvPr id="0" name=""/>
        <dsp:cNvSpPr/>
      </dsp:nvSpPr>
      <dsp:spPr>
        <a:xfrm>
          <a:off x="7949362" y="49094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43D98-5CE7-4FB1-995D-0CDC760CCF08}">
      <dsp:nvSpPr>
        <dsp:cNvPr id="0" name=""/>
        <dsp:cNvSpPr/>
      </dsp:nvSpPr>
      <dsp:spPr>
        <a:xfrm>
          <a:off x="8351550" y="89313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98F36-3485-4AFA-AC39-1849CCF8A1E6}">
      <dsp:nvSpPr>
        <dsp:cNvPr id="0" name=""/>
        <dsp:cNvSpPr/>
      </dsp:nvSpPr>
      <dsp:spPr>
        <a:xfrm>
          <a:off x="7346081" y="296594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>
              <a:solidFill>
                <a:schemeClr val="bg1"/>
              </a:solidFill>
            </a:rPr>
            <a:t>GitHub</a:t>
          </a:r>
        </a:p>
      </dsp:txBody>
      <dsp:txXfrm>
        <a:off x="7346081" y="2965948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7690A-BF9A-0B2A-B7C4-4CB0B379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DF92A0-88B3-B390-6269-E0D1D84D6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FF7E3C-7D69-7601-1807-2703C76F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48FC86-6AD3-C960-138C-8D834A0B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93C2FE-08F4-D2CD-85A8-C8DCF3AB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08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CC1F7-6EF4-902D-087B-35CDB7B0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F5D90-E2C3-DCFB-0689-D45CA47E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90F717-6BB2-13FA-DF6E-F95EB20F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62E327-BBDA-C5D7-E5A0-129EF66D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6DF47-F8C4-3DCD-5C45-17AB8463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5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9AB50-E47C-ADE3-20B2-79236282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E72E48-4BA4-328F-44A9-556D21FAC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7A6C9A-5BEA-73EE-817C-73EEAB19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888D93-49BD-6DCE-A0F3-26214E99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656594-32A9-6E46-11BB-D12F1565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0DC9E-7EC5-6523-C991-B6D5C1C1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99B9F-5324-91A2-FA43-1C4F4DCBD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97CBD3-FECF-D6A8-ED4B-ED18332CE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6DE35B-8711-FB56-CE5B-43A2A3BC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D2B152-4080-2F34-3ED4-A2088DA3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7C1C0D-F5AC-B7E9-A320-C95FDBBB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22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C2F57-2BE3-192D-3575-9D60F47A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F994CD-3B21-313D-F6CA-59814C26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1A4268-30A0-3098-297C-8962C5FFB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8669CA-EE0E-F35C-2886-C8C43FD3F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BA9055-5A63-2C30-9350-2BA15E40A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04238A-67A4-D2CB-D81A-2A1F50FB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4DB780-D8A8-4CB7-0A1A-2DA277D1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B53DB2-6F80-B3E9-79A2-CE07A888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11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7F9D0-26ED-01D1-5104-0EEFDB91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FB73A5-CA72-CBA0-7F41-90B4361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C9574E-ABF4-792C-D84B-3FD0CF96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FD0E15-FEF5-6FAF-E1F1-F738CA7F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40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6F26DE-997B-AE48-92A3-7796B889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780F093-7264-6296-C818-24ECCE40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812FCE-019F-1CC7-F702-DA6874689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2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9DC24-787B-C748-7656-DF105C7D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41583-58B3-C32B-0E34-949452CD1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E32469-2DFB-4870-9A03-49032D25A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8CBA89-89DF-6771-2316-18F211FD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AA8DEC-80D6-35E5-1DEB-5D55E3D1D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B0F110-3E76-B494-F51E-FBBF910D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7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3266A-364D-644F-FCA5-92EC408A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FDB1E8-E251-B6C5-649B-C7E551B56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DF4F27-13B8-5A35-14BA-A2B443F29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DBDAD7-8004-4E7F-A4D3-B54DBA96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91225F-F8B2-BCF0-D7AF-E044EEA4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A2C6E-2462-8336-C19B-A4548334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67311-790A-3034-6131-37234C4D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EE217A-F148-B1B4-FA96-2690A0032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9E47C1-00E4-BC85-C2D7-1280AFEA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C51D2E-745C-2664-5E65-42FD2904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033F1-D835-C883-9EAA-CF78FC45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31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E57708-A54D-AD5E-9C9D-44A8329F7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38A280-C136-90D9-AAA8-6231D9CFE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5AFD24-39AE-67F6-63CE-E6216E8C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210A2-0370-3F3B-C55A-CDC3F1A7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7CDC43-E61C-4A1C-ED09-CD989A47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1C6B6-6C11-95CE-8FDC-E5A282E5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7709A9-59D0-8758-9ED7-D6073970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46FEBA-AF6F-6C95-9BAD-763A18C90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F58EE-13D1-4CED-9C94-D0E2A5BDF911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CAB140-30FC-974F-9769-2E462EA73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F29A36-515E-FBAE-A7AD-4FC53F7B5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2E56D-A029-4D10-AF7B-9D43439E02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4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AE172-AED0-0E99-CB6A-100D911F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7493" y="2146248"/>
            <a:ext cx="7669484" cy="1055521"/>
          </a:xfrm>
        </p:spPr>
        <p:txBody>
          <a:bodyPr>
            <a:normAutofit fontScale="90000"/>
          </a:bodyPr>
          <a:lstStyle/>
          <a:p>
            <a:r>
              <a:rPr lang="ru-RU" sz="72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F0502020204030204" pitchFamily="2" charset="-79"/>
              </a:rPr>
              <a:t>СИГМА-ОРБИТА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57E62A-BE8E-F018-BEEF-3FAADE0DD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4573" y="3895715"/>
            <a:ext cx="4315326" cy="36933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Мини-проект на </a:t>
            </a:r>
            <a:r>
              <a:rPr lang="en-US" dirty="0">
                <a:solidFill>
                  <a:schemeClr val="bg1"/>
                </a:solidFill>
              </a:rPr>
              <a:t>Python (Arcade)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9E65F-B671-2F6A-DB3B-DA911655EBB3}"/>
              </a:ext>
            </a:extLst>
          </p:cNvPr>
          <p:cNvSpPr txBox="1"/>
          <p:nvPr/>
        </p:nvSpPr>
        <p:spPr>
          <a:xfrm>
            <a:off x="5058964" y="3309974"/>
            <a:ext cx="206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Nova" panose="020F0502020204030204" pitchFamily="34" charset="0"/>
              </a:rPr>
              <a:t>SPACE SHOOTER</a:t>
            </a:r>
            <a:endParaRPr lang="ru-RU" dirty="0">
              <a:solidFill>
                <a:schemeClr val="bg1"/>
              </a:solidFill>
              <a:latin typeface="Arial Nova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126DC-E057-B0DA-2FB3-162AE0D82E1F}"/>
              </a:ext>
            </a:extLst>
          </p:cNvPr>
          <p:cNvSpPr txBox="1"/>
          <p:nvPr/>
        </p:nvSpPr>
        <p:spPr>
          <a:xfrm>
            <a:off x="3700722" y="5636647"/>
            <a:ext cx="4783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Создатели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Fawere54</a:t>
            </a:r>
            <a:r>
              <a:rPr lang="ru-RU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and 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tosha-kot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8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95E68-1EBD-F336-85E5-41CF68D9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Arial Black" panose="020B0A04020102020204" pitchFamily="34" charset="0"/>
              </a:rPr>
              <a:t>Что такое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Space Shooter?</a:t>
            </a:r>
            <a:endParaRPr lang="ru-R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F0908-B0E2-982A-740E-E082A1885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51"/>
            <a:ext cx="4070684" cy="3628691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Space </a:t>
            </a:r>
            <a:r>
              <a:rPr lang="ru-RU" b="1" dirty="0" err="1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Shooter</a:t>
            </a:r>
            <a: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— это динамичный 2D-шутер,</a:t>
            </a:r>
            <a:b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где игрок управляет космическим кораблём</a:t>
            </a:r>
            <a:b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</a:br>
            <a: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и уничтожает врагов.</a:t>
            </a:r>
          </a:p>
        </p:txBody>
      </p:sp>
    </p:spTree>
    <p:extLst>
      <p:ext uri="{BB962C8B-B14F-4D97-AF65-F5344CB8AC3E}">
        <p14:creationId xmlns:p14="http://schemas.microsoft.com/office/powerpoint/2010/main" val="120516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2EE26-A2C6-8922-B800-4D5F7103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Цель</a:t>
            </a:r>
            <a:r>
              <a:rPr lang="en-US" sz="4000" kern="12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4000" kern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проекта</a:t>
            </a:r>
            <a:endParaRPr lang="en-US" sz="4000" kern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AACDD-D751-BC83-D603-0A5CC0A041B1}"/>
              </a:ext>
            </a:extLst>
          </p:cNvPr>
          <p:cNvSpPr txBox="1"/>
          <p:nvPr/>
        </p:nvSpPr>
        <p:spPr>
          <a:xfrm>
            <a:off x="838200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Создать </a:t>
            </a:r>
            <a:r>
              <a:rPr lang="en-US" sz="2400" b="1" dirty="0" err="1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мини-игру</a:t>
            </a:r>
            <a:r>
              <a:rPr lang="en-US" sz="2400" b="1" dirty="0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 в </a:t>
            </a:r>
            <a:r>
              <a:rPr lang="en-US" sz="2400" b="1" dirty="0" err="1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жанре</a:t>
            </a:r>
            <a:r>
              <a:rPr lang="en-US" sz="2400" b="1" dirty="0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 2D-шутер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Использовать</a:t>
            </a:r>
            <a:r>
              <a:rPr lang="en-US" sz="2400" b="1" dirty="0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 </a:t>
            </a:r>
            <a:r>
              <a:rPr lang="en-US" sz="2400" b="1" dirty="0" err="1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библиотеку</a:t>
            </a:r>
            <a:r>
              <a:rPr lang="en-US" sz="2400" b="1" dirty="0">
                <a:solidFill>
                  <a:schemeClr val="bg1">
                    <a:alpha val="80000"/>
                  </a:schemeClr>
                </a:solidFill>
                <a:latin typeface="Arial Nova" panose="020B0504020202020204" pitchFamily="34" charset="0"/>
              </a:rPr>
              <a:t> Arcade</a:t>
            </a:r>
          </a:p>
        </p:txBody>
      </p:sp>
      <p:pic>
        <p:nvPicPr>
          <p:cNvPr id="8" name="Рисунок 7" descr="Изображение выглядит как снимок экрана, пространство, темнота, созвезд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0AC230-BCCD-F9A5-904D-04C0B0339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436622"/>
            <a:ext cx="5260976" cy="39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537EBC-E578-FFEA-00DB-D0830AB3BAD4}"/>
              </a:ext>
            </a:extLst>
          </p:cNvPr>
          <p:cNvSpPr/>
          <p:nvPr/>
        </p:nvSpPr>
        <p:spPr>
          <a:xfrm>
            <a:off x="-3" y="-10509"/>
            <a:ext cx="12192001" cy="1560454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CABDC6AA-614D-2D58-85E3-CF0928F79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9682052"/>
              </p:ext>
            </p:extLst>
          </p:nvPr>
        </p:nvGraphicFramePr>
        <p:xfrm>
          <a:off x="644056" y="2051870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8FBB2-7B5F-EEE3-3722-A0949ED0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6" y="349112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Arial Black" panose="020B0A04020102020204" pitchFamily="34" charset="0"/>
              </a:rPr>
              <a:t>Целевая </a:t>
            </a:r>
            <a:r>
              <a:rPr lang="en-US" sz="4000" kern="1200" dirty="0" err="1">
                <a:solidFill>
                  <a:srgbClr val="FFFFFF"/>
                </a:solidFill>
                <a:latin typeface="Arial Black" panose="020B0A04020102020204" pitchFamily="34" charset="0"/>
              </a:rPr>
              <a:t>аудитория</a:t>
            </a:r>
            <a:endParaRPr lang="en-US" sz="4000" kern="120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F43BD-01B7-3182-0207-90905C7E746E}"/>
              </a:ext>
            </a:extLst>
          </p:cNvPr>
          <p:cNvSpPr txBox="1"/>
          <p:nvPr/>
        </p:nvSpPr>
        <p:spPr>
          <a:xfrm>
            <a:off x="1415846" y="2624506"/>
            <a:ext cx="1868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/>
              <a:t>🎮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17050-BB45-4FC7-8D53-13BDFA875FFB}"/>
              </a:ext>
            </a:extLst>
          </p:cNvPr>
          <p:cNvSpPr txBox="1"/>
          <p:nvPr/>
        </p:nvSpPr>
        <p:spPr>
          <a:xfrm>
            <a:off x="5173906" y="2752721"/>
            <a:ext cx="1868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dirty="0"/>
              <a:t>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276B3B-EB13-F37D-9175-BC69F54F4E19}"/>
              </a:ext>
            </a:extLst>
          </p:cNvPr>
          <p:cNvSpPr txBox="1"/>
          <p:nvPr/>
        </p:nvSpPr>
        <p:spPr>
          <a:xfrm>
            <a:off x="8931966" y="2752721"/>
            <a:ext cx="1868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dirty="0"/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292962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F2753-0F16-E62B-1BFB-4DBE85BA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ru-RU" sz="3700" dirty="0">
                <a:solidFill>
                  <a:schemeClr val="bg1"/>
                </a:solidFill>
                <a:latin typeface="Arial Black" panose="020B0A04020102020204" pitchFamily="34" charset="0"/>
              </a:rPr>
              <a:t>Управление в игре</a:t>
            </a:r>
          </a:p>
        </p:txBody>
      </p:sp>
      <p:pic>
        <p:nvPicPr>
          <p:cNvPr id="5" name="Рисунок 4" descr="Изображение выглядит как снимок экрана, Шрифт, Графика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67ABB9-CB7F-C97D-83DD-5AB096DDD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739958" y="1102121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4C4D6-C8E3-1891-8536-CC0A13A69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Nova" panose="020B0504020202020204" pitchFamily="34" charset="0"/>
              </a:rPr>
              <a:t>A / D</a:t>
            </a:r>
            <a:r>
              <a:rPr lang="en-US" dirty="0">
                <a:solidFill>
                  <a:schemeClr val="bg1"/>
                </a:solidFill>
                <a:latin typeface="Arial Nova" panose="020B0504020202020204" pitchFamily="34" charset="0"/>
              </a:rPr>
              <a:t> — </a:t>
            </a:r>
            <a:r>
              <a:rPr lang="ru-RU" dirty="0">
                <a:solidFill>
                  <a:schemeClr val="bg1"/>
                </a:solidFill>
                <a:latin typeface="Arial Nova" panose="020B0504020202020204" pitchFamily="34" charset="0"/>
              </a:rPr>
              <a:t>движение корабля</a:t>
            </a:r>
          </a:p>
          <a:p>
            <a:r>
              <a:rPr lang="ru-RU" b="1" dirty="0">
                <a:solidFill>
                  <a:schemeClr val="bg1"/>
                </a:solidFill>
                <a:latin typeface="Arial Nova" panose="020B0504020202020204" pitchFamily="34" charset="0"/>
              </a:rPr>
              <a:t>ПКМ</a:t>
            </a:r>
            <a:r>
              <a:rPr lang="ru-RU" dirty="0">
                <a:solidFill>
                  <a:schemeClr val="bg1"/>
                </a:solidFill>
                <a:latin typeface="Arial Nova" panose="020B0504020202020204" pitchFamily="34" charset="0"/>
              </a:rPr>
              <a:t> — стрельба</a:t>
            </a:r>
          </a:p>
          <a:p>
            <a:r>
              <a:rPr lang="en-US" b="1" dirty="0">
                <a:solidFill>
                  <a:schemeClr val="bg1"/>
                </a:solidFill>
                <a:latin typeface="Arial Nova" panose="020B0504020202020204" pitchFamily="34" charset="0"/>
              </a:rPr>
              <a:t>Space</a:t>
            </a:r>
            <a:r>
              <a:rPr lang="en-US" dirty="0">
                <a:solidFill>
                  <a:schemeClr val="bg1"/>
                </a:solidFill>
                <a:latin typeface="Arial Nova" panose="020B05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 Nova" panose="020B0504020202020204" pitchFamily="34" charset="0"/>
              </a:rPr>
              <a:t>— пауза</a:t>
            </a:r>
          </a:p>
        </p:txBody>
      </p:sp>
      <p:grpSp>
        <p:nvGrpSpPr>
          <p:cNvPr id="1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331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7F12B1F-4753-46F8-93FC-1E4191C13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A577F-FE14-09A1-C021-007E3271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0001" y="368625"/>
            <a:ext cx="4402039" cy="1403498"/>
          </a:xfrm>
        </p:spPr>
        <p:txBody>
          <a:bodyPr anchor="b">
            <a:normAutofit/>
          </a:bodyPr>
          <a:lstStyle/>
          <a:p>
            <a:r>
              <a:rPr lang="ru-RU" sz="3600">
                <a:solidFill>
                  <a:schemeClr val="bg1"/>
                </a:solidFill>
                <a:latin typeface="Arial Black" panose="020B0A04020102020204" pitchFamily="34" charset="0"/>
              </a:rPr>
              <a:t>Противники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EBEC7B-6777-5A5D-3B51-7DABAEDCB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78" y="188649"/>
            <a:ext cx="2584794" cy="1958177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2AE8636-A04B-4C96-AA50-C956D51C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125" y="-24223"/>
            <a:ext cx="3483100" cy="2909287"/>
          </a:xfrm>
          <a:custGeom>
            <a:avLst/>
            <a:gdLst>
              <a:gd name="connsiteX0" fmla="*/ 452171 w 3483100"/>
              <a:gd name="connsiteY0" fmla="*/ 0 h 2909287"/>
              <a:gd name="connsiteX1" fmla="*/ 3030929 w 3483100"/>
              <a:gd name="connsiteY1" fmla="*/ 0 h 2909287"/>
              <a:gd name="connsiteX2" fmla="*/ 3085415 w 3483100"/>
              <a:gd name="connsiteY2" fmla="*/ 59949 h 2909287"/>
              <a:gd name="connsiteX3" fmla="*/ 3483100 w 3483100"/>
              <a:gd name="connsiteY3" fmla="*/ 1167737 h 2909287"/>
              <a:gd name="connsiteX4" fmla="*/ 1741550 w 3483100"/>
              <a:gd name="connsiteY4" fmla="*/ 2909287 h 2909287"/>
              <a:gd name="connsiteX5" fmla="*/ 0 w 3483100"/>
              <a:gd name="connsiteY5" fmla="*/ 1167737 h 2909287"/>
              <a:gd name="connsiteX6" fmla="*/ 397685 w 3483100"/>
              <a:gd name="connsiteY6" fmla="*/ 59949 h 29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3100" h="2909287">
                <a:moveTo>
                  <a:pt x="452171" y="0"/>
                </a:moveTo>
                <a:lnTo>
                  <a:pt x="3030929" y="0"/>
                </a:lnTo>
                <a:lnTo>
                  <a:pt x="3085415" y="59949"/>
                </a:lnTo>
                <a:cubicBezTo>
                  <a:pt x="3333857" y="360992"/>
                  <a:pt x="3483100" y="746936"/>
                  <a:pt x="3483100" y="1167737"/>
                </a:cubicBezTo>
                <a:cubicBezTo>
                  <a:pt x="3483100" y="2129569"/>
                  <a:pt x="2703382" y="2909287"/>
                  <a:pt x="1741550" y="2909287"/>
                </a:cubicBezTo>
                <a:cubicBezTo>
                  <a:pt x="779718" y="2909287"/>
                  <a:pt x="0" y="2129569"/>
                  <a:pt x="0" y="1167737"/>
                </a:cubicBezTo>
                <a:cubicBezTo>
                  <a:pt x="0" y="746936"/>
                  <a:pt x="149243" y="360992"/>
                  <a:pt x="397685" y="59949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5733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Рисунок 8" descr="Изображение выглядит как треугольник, конус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6B6873-AE06-E2E6-7918-E8FB0421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7" y="3948512"/>
            <a:ext cx="2589913" cy="1982076"/>
          </a:xfrm>
          <a:prstGeom prst="rect">
            <a:avLst/>
          </a:prstGeom>
        </p:spPr>
      </p:pic>
      <p:pic>
        <p:nvPicPr>
          <p:cNvPr id="7" name="Рисунок 6" descr="Изображение выглядит как конус, треугольник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691C56-3C50-61E7-E986-3398DD064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817" y="3653229"/>
            <a:ext cx="2325720" cy="155740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8D54CDE-2A77-2188-8E8C-7EE15EF39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001" y="1958550"/>
            <a:ext cx="4402039" cy="4256886"/>
          </a:xfrm>
        </p:spPr>
        <p:txBody>
          <a:bodyPr anchor="t">
            <a:normAutofit/>
          </a:bodyPr>
          <a:lstStyle/>
          <a:p>
            <a:r>
              <a:rPr lang="ru-RU">
                <a:solidFill>
                  <a:schemeClr val="bg1"/>
                </a:solidFill>
                <a:latin typeface="Arial Nova" panose="020B0504020202020204" pitchFamily="34" charset="0"/>
              </a:rPr>
              <a:t>Летят навстречу игроку</a:t>
            </a:r>
          </a:p>
          <a:p>
            <a:r>
              <a:rPr lang="ru-RU">
                <a:solidFill>
                  <a:schemeClr val="bg1"/>
                </a:solidFill>
                <a:latin typeface="Arial Nova" panose="020B0504020202020204" pitchFamily="34" charset="0"/>
              </a:rPr>
              <a:t>Скорость и размер зависят от сложности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F17DC65-D057-4CEA-8B52-BF72D5D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168" y="3062222"/>
            <a:ext cx="3212182" cy="3665314"/>
          </a:xfrm>
          <a:custGeom>
            <a:avLst/>
            <a:gdLst>
              <a:gd name="connsiteX0" fmla="*/ 1379525 w 3212182"/>
              <a:gd name="connsiteY0" fmla="*/ 0 h 3665314"/>
              <a:gd name="connsiteX1" fmla="*/ 3212182 w 3212182"/>
              <a:gd name="connsiteY1" fmla="*/ 1832657 h 3665314"/>
              <a:gd name="connsiteX2" fmla="*/ 1379525 w 3212182"/>
              <a:gd name="connsiteY2" fmla="*/ 3665314 h 3665314"/>
              <a:gd name="connsiteX3" fmla="*/ 83641 w 3212182"/>
              <a:gd name="connsiteY3" fmla="*/ 3128542 h 3665314"/>
              <a:gd name="connsiteX4" fmla="*/ 0 w 3212182"/>
              <a:gd name="connsiteY4" fmla="*/ 3036514 h 3665314"/>
              <a:gd name="connsiteX5" fmla="*/ 0 w 3212182"/>
              <a:gd name="connsiteY5" fmla="*/ 628801 h 3665314"/>
              <a:gd name="connsiteX6" fmla="*/ 83641 w 3212182"/>
              <a:gd name="connsiteY6" fmla="*/ 536773 h 3665314"/>
              <a:gd name="connsiteX7" fmla="*/ 1379525 w 3212182"/>
              <a:gd name="connsiteY7" fmla="*/ 0 h 366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182" h="3665314">
                <a:moveTo>
                  <a:pt x="1379525" y="0"/>
                </a:moveTo>
                <a:cubicBezTo>
                  <a:pt x="2391674" y="0"/>
                  <a:pt x="3212182" y="820508"/>
                  <a:pt x="3212182" y="1832657"/>
                </a:cubicBezTo>
                <a:cubicBezTo>
                  <a:pt x="3212182" y="2844806"/>
                  <a:pt x="2391674" y="3665314"/>
                  <a:pt x="1379525" y="3665314"/>
                </a:cubicBezTo>
                <a:cubicBezTo>
                  <a:pt x="873451" y="3665314"/>
                  <a:pt x="415286" y="3460187"/>
                  <a:pt x="83641" y="3128542"/>
                </a:cubicBezTo>
                <a:lnTo>
                  <a:pt x="0" y="3036514"/>
                </a:lnTo>
                <a:lnTo>
                  <a:pt x="0" y="628801"/>
                </a:lnTo>
                <a:lnTo>
                  <a:pt x="83641" y="536773"/>
                </a:lnTo>
                <a:cubicBezTo>
                  <a:pt x="415286" y="205127"/>
                  <a:pt x="873451" y="0"/>
                  <a:pt x="1379525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5249834-544E-477E-84FD-888B8DB74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839" y="2791091"/>
            <a:ext cx="3281677" cy="32816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93339" y="1681703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216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57090-10FF-42E0-BCCB-4163D55F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>Уровни сложности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E846E5-E7EE-48A7-7F06-89383DEEF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>
                <a:solidFill>
                  <a:schemeClr val="bg1"/>
                </a:solidFill>
                <a:latin typeface="Arial Nova" panose="020B0504020202020204" pitchFamily="34" charset="0"/>
              </a:rPr>
              <a:t>Увеличивается после определенного количества убийств:</a:t>
            </a:r>
          </a:p>
          <a:p>
            <a:r>
              <a:rPr lang="en-US">
                <a:solidFill>
                  <a:schemeClr val="bg1"/>
                </a:solidFill>
                <a:latin typeface="Arial Nova" panose="020B0504020202020204" pitchFamily="34" charset="0"/>
              </a:rPr>
              <a:t>Easy</a:t>
            </a:r>
          </a:p>
          <a:p>
            <a:r>
              <a:rPr lang="en-US">
                <a:solidFill>
                  <a:schemeClr val="bg1"/>
                </a:solidFill>
                <a:latin typeface="Arial Nova" panose="020B0504020202020204" pitchFamily="34" charset="0"/>
              </a:rPr>
              <a:t>Normal</a:t>
            </a:r>
          </a:p>
          <a:p>
            <a:r>
              <a:rPr lang="en-US">
                <a:solidFill>
                  <a:schemeClr val="bg1"/>
                </a:solidFill>
                <a:latin typeface="Arial Nova" panose="020B0504020202020204" pitchFamily="34" charset="0"/>
              </a:rPr>
              <a:t>Hard</a:t>
            </a:r>
          </a:p>
          <a:p>
            <a:r>
              <a:rPr lang="en-US">
                <a:solidFill>
                  <a:schemeClr val="bg1"/>
                </a:solidFill>
                <a:latin typeface="Arial Nova" panose="020B0504020202020204" pitchFamily="34" charset="0"/>
              </a:rPr>
              <a:t>Impossible</a:t>
            </a:r>
          </a:p>
          <a:p>
            <a:pPr marL="0" indent="0">
              <a:buNone/>
            </a:pPr>
            <a:endParaRPr lang="ru-RU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8E7B3-867A-CC11-5F9B-59687A9D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>
                <a:solidFill>
                  <a:schemeClr val="bg1"/>
                </a:solidFill>
                <a:latin typeface="Arial Black" panose="020B0A04020102020204" pitchFamily="34" charset="0"/>
              </a:rPr>
              <a:t>Используемые технологии</a:t>
            </a:r>
          </a:p>
        </p:txBody>
      </p:sp>
      <p:sp>
        <p:nvSpPr>
          <p:cNvPr id="55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74164E02-6409-EA5A-667A-906D1F8C4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59510"/>
              </p:ext>
            </p:extLst>
          </p:nvPr>
        </p:nvGraphicFramePr>
        <p:xfrm>
          <a:off x="838200" y="2055813"/>
          <a:ext cx="105156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579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1" name="Rectangle 37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108DF-C7E0-8F5C-629D-4545A2D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 Black" panose="020B0A04020102020204" pitchFamily="34" charset="0"/>
              </a:rPr>
              <a:t>Окно поражения</a:t>
            </a:r>
          </a:p>
        </p:txBody>
      </p:sp>
      <p:pic>
        <p:nvPicPr>
          <p:cNvPr id="5" name="Объект 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92613F-163D-CE32-A2DE-C336BDAB0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93" y="1429488"/>
            <a:ext cx="5044587" cy="39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D71208-EC3B-9928-1967-2A8C789D17C2}"/>
              </a:ext>
            </a:extLst>
          </p:cNvPr>
          <p:cNvSpPr txBox="1"/>
          <p:nvPr/>
        </p:nvSpPr>
        <p:spPr>
          <a:xfrm>
            <a:off x="838200" y="2965191"/>
            <a:ext cx="3280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 этом окне указываются результаты игры а также проигрывается звук проигрыша </a:t>
            </a:r>
          </a:p>
        </p:txBody>
      </p:sp>
    </p:spTree>
    <p:extLst>
      <p:ext uri="{BB962C8B-B14F-4D97-AF65-F5344CB8AC3E}">
        <p14:creationId xmlns:p14="http://schemas.microsoft.com/office/powerpoint/2010/main" val="134649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3F223-1459-F846-7E49-E7E5CCCBB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ru-RU" sz="3700">
                <a:solidFill>
                  <a:schemeClr val="bg1"/>
                </a:solidFill>
                <a:latin typeface="Arial Black" panose="020B0A04020102020204" pitchFamily="34" charset="0"/>
              </a:rPr>
              <a:t>Возможности для улучшения проекта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144D28-1346-582D-B6FD-FCBA44B5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Сделать </a:t>
            </a:r>
            <a:r>
              <a:rPr lang="ru-RU" b="1">
                <a:solidFill>
                  <a:schemeClr val="bg1"/>
                </a:solidFill>
              </a:rPr>
              <a:t>боссов</a:t>
            </a:r>
            <a:r>
              <a:rPr lang="ru-RU">
                <a:solidFill>
                  <a:schemeClr val="bg1"/>
                </a:solidFill>
              </a:rPr>
              <a:t> на высоких уровнях сложности</a:t>
            </a:r>
          </a:p>
          <a:p>
            <a:r>
              <a:rPr lang="ru-RU">
                <a:solidFill>
                  <a:schemeClr val="bg1"/>
                </a:solidFill>
              </a:rPr>
              <a:t>Ввести </a:t>
            </a:r>
            <a:r>
              <a:rPr lang="ru-RU" b="1">
                <a:solidFill>
                  <a:schemeClr val="bg1"/>
                </a:solidFill>
              </a:rPr>
              <a:t>жизни игрока</a:t>
            </a:r>
            <a:r>
              <a:rPr lang="ru-RU">
                <a:solidFill>
                  <a:schemeClr val="bg1"/>
                </a:solidFill>
              </a:rPr>
              <a:t> или систему здоровья</a:t>
            </a:r>
          </a:p>
          <a:p>
            <a:r>
              <a:rPr lang="ru-RU">
                <a:solidFill>
                  <a:schemeClr val="bg1"/>
                </a:solidFill>
              </a:rPr>
              <a:t>Случайные траектории движения врагов</a:t>
            </a:r>
          </a:p>
          <a:p>
            <a:r>
              <a:rPr lang="ru-RU">
                <a:solidFill>
                  <a:schemeClr val="bg1"/>
                </a:solidFill>
              </a:rPr>
              <a:t>Сохранение рекордов в файл</a:t>
            </a:r>
          </a:p>
          <a:p>
            <a:r>
              <a:rPr lang="ru-RU">
                <a:solidFill>
                  <a:schemeClr val="bg1"/>
                </a:solidFill>
              </a:rPr>
              <a:t>Поддержка геймпада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1709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27FCE-1C7A-392F-AC91-A87CF597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354819"/>
            <a:ext cx="6124576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 kern="1200" dirty="0">
                <a:solidFill>
                  <a:schemeClr val="bg1"/>
                </a:solidFill>
                <a:latin typeface="Arial Black" panose="020B0A04020102020204" pitchFamily="34" charset="0"/>
              </a:rPr>
              <a:t>Конец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3C8E1-E0AA-8BF6-C5B4-B3FF6029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8702" y="4414180"/>
            <a:ext cx="6128274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Arial Nova" panose="020B0504020202020204" pitchFamily="34" charset="0"/>
              </a:rPr>
              <a:t>перейдем</a:t>
            </a:r>
            <a:r>
              <a:rPr lang="en-US" sz="2400" kern="1200" dirty="0">
                <a:solidFill>
                  <a:schemeClr val="bg1"/>
                </a:solidFill>
                <a:latin typeface="Arial Nova" panose="020B0504020202020204" pitchFamily="34" charset="0"/>
              </a:rPr>
              <a:t> в </a:t>
            </a:r>
            <a:r>
              <a:rPr lang="en-US" sz="2400" kern="1200" dirty="0" err="1">
                <a:solidFill>
                  <a:schemeClr val="bg1"/>
                </a:solidFill>
                <a:latin typeface="Arial Nova" panose="020B0504020202020204" pitchFamily="34" charset="0"/>
              </a:rPr>
              <a:t>приложение</a:t>
            </a:r>
            <a:endParaRPr lang="en-US" sz="2400" kern="1200" dirty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4402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148</Words>
  <Application>Microsoft Office PowerPoint</Application>
  <PresentationFormat>Широкоэкранный</PresentationFormat>
  <Paragraphs>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Arial Nova</vt:lpstr>
      <vt:lpstr>Тема Office</vt:lpstr>
      <vt:lpstr>СИГМА-ОРБИТА</vt:lpstr>
      <vt:lpstr>Что такое Space Shooter?</vt:lpstr>
      <vt:lpstr>Цель проекта</vt:lpstr>
      <vt:lpstr>Целевая аудитория</vt:lpstr>
      <vt:lpstr>Управление в игре</vt:lpstr>
      <vt:lpstr>Противники</vt:lpstr>
      <vt:lpstr>Уровни сложности</vt:lpstr>
      <vt:lpstr>Используемые технологии</vt:lpstr>
      <vt:lpstr>Окно поражения</vt:lpstr>
      <vt:lpstr>Возможности для улучшения проекта</vt:lpstr>
      <vt:lpstr>Конец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194</dc:creator>
  <cp:lastModifiedBy>194</cp:lastModifiedBy>
  <cp:revision>2</cp:revision>
  <dcterms:created xsi:type="dcterms:W3CDTF">2026-01-18T15:52:11Z</dcterms:created>
  <dcterms:modified xsi:type="dcterms:W3CDTF">2026-01-18T17:14:10Z</dcterms:modified>
</cp:coreProperties>
</file>